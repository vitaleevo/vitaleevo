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</a:defRPr>
            </a:pPr>
            <a:r>
              <a:t>VITALEVO</a:t>
            </a:r>
          </a:p>
          <a:p>
            <a:pPr algn="l">
              <a:spcBef>
                <a:spcPts val="2000"/>
              </a:spcBef>
              <a:defRPr sz="2400" b="1">
                <a:solidFill>
                  <a:srgbClr val="8625D2"/>
                </a:solidFill>
              </a:defRPr>
            </a:pPr>
            <a:r>
              <a:t>DESIGN DE ALTO IMPACTO &amp; MARKETING DIGITAL</a:t>
            </a:r>
          </a:p>
          <a:p>
            <a:pPr algn="l">
              <a:spcBef>
                <a:spcPts val="1000"/>
              </a:spcBef>
              <a:defRPr sz="1800">
                <a:solidFill>
                  <a:srgbClr val="E2E8F0"/>
                </a:solidFill>
              </a:defRPr>
            </a:pPr>
            <a:r>
              <a:t>Conectando Possibilidades em Angola</a:t>
            </a:r>
          </a:p>
        </p:txBody>
      </p:sp>
      <p:pic>
        <p:nvPicPr>
          <p:cNvPr id="4" name="Picture 3" descr="hero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O que vamos apresentar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1. Quem Somos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2. Missão, Visão e Valores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3. Nossos Serviços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4. Nossa Metodologia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5. Impacto e Números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6. Compromisso com Angola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7. Futuro e Contato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Quem Somos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VitalEvo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Somos parceiros estratégicos para empresas que desejam liderar o mercado angolano.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Unificamos criatividade, dados e tecnologia para construir marcas fortes e duradouras.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Com sede em Luanda, e operando digitalmente em todas as 18 províncias.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Combinamos design futurista com tecnologia de ponta.</a:t>
            </a:r>
          </a:p>
        </p:txBody>
      </p:sp>
      <p:pic>
        <p:nvPicPr>
          <p:cNvPr id="6" name="Picture 5" descr="og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4114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O Cenário Atual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Desafios em Angola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O mercado angolano está em rápida transformação digital.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Empresas precisam de mais do que apenas um site; precisam de ecossistemas digitais.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A competição exige design premium e performance otimizada.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A segurança de dados e a automação são diferenciais críticos.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Nossa Missão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Propósito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Empoderar empresas angolanas com soluções digitais de classe mundial.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Transformar desafios locais em oportunidades globais.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Focar na inovação contínua e na excelência técnica.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Entregar resultados mensuráveis que impulsionam o crescimento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Nossa Visão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Onde queremos chegar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Ser o principal catalisador da economia digital em Angola até 2030.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Ser a referência incontestável em qualidade e integridade.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Criar um legado de transformação tecnológica no país.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Nossos Valores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Pilares Fundamentais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Inovação Constante: Nunca paramos de aprender e evoluir.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Transparência Radical: Honestidade e clareza em todas as etapas.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Foco no Cliente: O sucesso do cliente é o nosso sucesso.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Excelência Angolana: Padrão internacional com DNA local.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Nossos Serviços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Soluções 360º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Oferecemos um ecossistema completo de serviços digitais.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Design Gráfico &amp; UI/UX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Desenvolvimento Web, Mobile &amp; Software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Marketing Digital &amp; Gestão de Redes Sociais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Automação &amp; Inteligência Artificial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• Infraestrutura de TI Corporativa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Design Premium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Interfaces que Encantam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Criação de identidades visuais marcantes e memoráveis.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UI/UX Design focado na experiência do usuário e conversão.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Design responsivo para todos os dispositivos e telas.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Estética futurista e alinhada com as tendências globais.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Desenvolvimento High-End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Web &amp;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Desenvolvimento de sites institucionais, e-commerce e portais.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Aplicações Mobile (iOS e Android) nativas e híbridas.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Tecnologias modernas: React, Next.js, Node.js, Python.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Código limpo, escalável e de alta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Marketing Digital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Crescimento Baseado em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Gestão estratégica de Redes Sociais (Instagram, LinkedIn, Facebook).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Tráfego Pago (Google Ads, Facebook Ads) com foco em ROI.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SEO (Otimização para Motores de Busca) para visibilidade orgânica.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Marketing de Conteúdo e Email Marketing.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Inteligência Artificial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O Futuro Agora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Implementação de Agentes de IA para atendimento e suporte.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Automação de processos repetitivos para aumentar a eficiência.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Análise de dados preditiva para tomada de decisão.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Integração de LLMs (como GPT/Gemini) em fluxos de trabalho.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Infraestrutura de TI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Base Sólida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Consultoria em arquitetura de sistemas e cloud computing.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Segurança da Informação e proteção de dados corporativos.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Manutenção e suporte técnico especializado.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Otimização de bancos de dados e servidores.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Nossa Metodologia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Processo Comprovado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Seguimos um processo rigoroso para garantir a excelência.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1. Imersão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2. Estratégia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3. Execução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4.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Imersão e Estratégia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Planejamento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IMERSÃO: Entendemos profundamente seus objetivos, dores e mercado aprofundando-se na cultura da empresa.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ESTRATÉGIA: Definimos o plano de ação, tecnologias e cronograma detalhado, alinhando expectativas.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Execução e Entrega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EXECUÇÃO: Nossos designers e desenvolvedores trabalham em sprints ágeis, com feedback constante.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ENTREGA: Testes rigorosos, lançamento assistido e monitoramento contínuo pós-lançamento.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Impacto em Números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Nossa Trajetória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Mais de 500+ Projetos Entregues com sucesso.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Mais de 250+ Parceiros de Sucesso atendidos.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Mais de 10 Anos de Experiência acumulada no mercado.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Equipe com 45+ Especialistas em diversas áreas.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Compromisso com Angola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Desenvolvimento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Adaptação de tecnologias globais para a realidade local.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Digitalização de PMEs: A espinha dorsal da economia.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Educação Tecnológica e transferência de conhecimento.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Conectividade Global para produtos angolanos.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O Que Dizem Nossos Clientes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Confiança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"A VitalEvo transformou nossa presença digital. O novo site triplicou nossos leads." - João Silva, CEO Tech Angola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"Profissionalismo impecável. A equipe entendeu nossa visão e entregou muito além do esperado." - Maria Antónia, Dir. Marketing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"Melhor agência em Luanda. Atendimento rápido e alta qualidade." - Pedro Kiala, Empreendedor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Visão de Futuro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2024 - 2030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Expandir a atuação para toda a região da SADC.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Lançar produtos próprios de SaaS para o mercado africano.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Estabelecer um hub de inovação e aceleração de startups em Luanda.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Continuar liderando a revolução da IA em Angola.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Vamos Começar?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Transforme seu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Estamos prontos para levar sua empresa para o próximo nível.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Junte-se à VitalEvo e faça parte da revolução digital.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Solicite uma proposta personalizada hoje mesmo.</a:t>
            </a:r>
          </a:p>
        </p:txBody>
      </p:sp>
      <p:pic>
        <p:nvPicPr>
          <p:cNvPr id="6" name="Picture 5" descr="login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4114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Contatos</a:t>
            </a:r>
          </a:p>
          <a:p>
            <a:pPr>
              <a:defRPr sz="1800" b="1">
                <a:solidFill>
                  <a:srgbClr val="8625D2"/>
                </a:solidFill>
              </a:defRPr>
            </a:pPr>
            <a:r>
              <a:t>Fale Conosco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8288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Website: www.vitaleevo.ao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Email: contato@vitaleevo.ao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Telefone: +244 923 456 789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Endereço: Luanda, Angola</a:t>
            </a: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E2E8F0"/>
                </a:solidFill>
              </a:defRPr>
            </a:pPr>
            <a:r>
              <a:t>Siga-nos nas redes sociais: @vitaleevo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20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VitalEvo - Inovação Tecnológica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20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